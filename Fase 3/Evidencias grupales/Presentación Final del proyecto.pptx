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q/GMi9QX+TaEGzKWhyc86SeeM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DB6814-4377-418A-816E-335364ACA1AD}">
  <a:tblStyle styleId="{D0DB6814-4377-418A-816E-335364ACA1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df0aec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fdf0aec8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trello.com/b/3jSBPIsy/mundo-masas" TargetMode="External"/><Relationship Id="rId5" Type="http://schemas.openxmlformats.org/officeDocument/2006/relationships/hyperlink" Target="https://github.com/dinasticbar/Proyecto-imperium-fina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Imperium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Imperium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4121026" y="1642516"/>
            <a:ext cx="7633553" cy="4418908"/>
            <a:chOff x="0" y="-68303"/>
            <a:chExt cx="7633553" cy="4418908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-68303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Wladimir Moya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 y 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FrontEnd/Backend y diseño de Base de datos.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1384531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Francisco Montecinos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Development Team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FrontEnd/BackEnd, QA y Solución de errores visuales.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" name="Google Shape;104;p2" title="IMG_20251211_225315.jpg"/>
          <p:cNvPicPr preferRelativeResize="0"/>
          <p:nvPr/>
        </p:nvPicPr>
        <p:blipFill rotWithShape="1">
          <a:blip r:embed="rId4">
            <a:alphaModFix/>
          </a:blip>
          <a:srcRect b="31372" l="11879" r="12311" t="10206"/>
          <a:stretch/>
        </p:blipFill>
        <p:spPr>
          <a:xfrm>
            <a:off x="4261061" y="3350525"/>
            <a:ext cx="1519000" cy="10689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que permita la gestión de las cámaras permitiendo: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Vincular cámaras.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Visualizar las cámaras.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cámaras deben tomar registros de movimientos.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Visualizar los registros realizados por las cámaras.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Imperium, un local de abarrotes, sufre de robos y falsas alarmas dentro de su local debido a la mala gestión de las cámaras.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 sistema de vigilancia que permita la vinculación y visualización de las cámaras de seguridad, permitiendo evitar los robos y falsas alarmas.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vinculación de cámaras de seguridad.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apartado para visualizar los registros realizados por las cámaras.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Sesiones para mayor seguridad, con registro e inicio de sesión.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visualización de las cámaras vinculadas.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0" y="1432655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1072488" y="2377475"/>
            <a:ext cx="51597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Alcances del proyecto: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Sistema de cámaras funcional.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Seguridad básica.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Toma capturas de los movimientos captados por las cámaras.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232188" y="2377475"/>
            <a:ext cx="51597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Limitaciones </a:t>
            </a: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del proyecto: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Solo toma capturas de pantalla.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1054050" y="2343325"/>
            <a:ext cx="103563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Utilizando un enfoque iterativo y colaborativo, fuimos capa por capa durante el desarrollo de este proyecto: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Análisis de requerimientos.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Diseño del sistema.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Desarrollo del prototipo funcional.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Pruebas de calidad.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Validación con el cliente.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4" name="Google Shape;154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{D0DB6814-4377-418A-816E-335364ACA1AD}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Reunión de acuerdo con equipo para explicar proyecto.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Junta con el cliente para discutir requisitos</a:t>
                      </a: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Elaboración de documentos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500" u="none" cap="none" strike="noStrike"/>
                        <a:t> </a:t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Inicios de programación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para Eva1 con documentación y presentación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 documentación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g3afdf0aec8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afdf0aec88_0_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61" name="Google Shape;161;g3afdf0aec88_0_3"/>
          <p:cNvSpPr txBox="1"/>
          <p:nvPr/>
        </p:nvSpPr>
        <p:spPr>
          <a:xfrm>
            <a:off x="1" y="11556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afdf0aec88_0_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3" name="Google Shape;163;g3afdf0aec88_0_3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{D0DB6814-4377-418A-816E-335364ACA1AD}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567250"/>
                <a:gridCol w="400800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Optimización de cámara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 entrenamiento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 seguridad del sistema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para Eva2 con documentación, presentación y Proyecto al 50% aprox.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para fase final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Marcha Blanca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71" name="Google Shape;17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588" y="2497843"/>
            <a:ext cx="6227194" cy="410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0" y="11405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0" name="Google Shape;18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1" name="Google Shape;18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5500" y="2169486"/>
            <a:ext cx="8853365" cy="447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“Imperium”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10"/>
          <p:cNvSpPr txBox="1"/>
          <p:nvPr/>
        </p:nvSpPr>
        <p:spPr>
          <a:xfrm>
            <a:off x="1186188" y="2308700"/>
            <a:ext cx="50460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Control de versiones: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rgbClr val="FFFFFF"/>
                </a:highlight>
              </a:rPr>
              <a:t>GitHub:</a:t>
            </a: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 Trabajo en equipo, trazabilidad del proyecto, organización del código fuente del proyecto y control de las versiones del mismo.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Gestión del proyecto: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rgbClr val="FFFFFF"/>
                </a:highlight>
              </a:rPr>
              <a:t>Trello:</a:t>
            </a: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 Planificación del proyecto y seguimiento de tareas.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Base de datos: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rgbClr val="FFFFFF"/>
                </a:highlight>
              </a:rPr>
              <a:t>SQLite:</a:t>
            </a:r>
            <a:r>
              <a:rPr lang="es-CL" sz="1800">
                <a:solidFill>
                  <a:schemeClr val="dk1"/>
                </a:solidFill>
                <a:highlight>
                  <a:srgbClr val="FFFFFF"/>
                </a:highlight>
              </a:rPr>
              <a:t> Base de datos relacional utilizada para almacenar usuarios, cámaras y registros.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232188" y="2308700"/>
            <a:ext cx="50460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FrontEnd: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chemeClr val="lt1"/>
                </a:highlight>
              </a:rPr>
              <a:t>HTML y CSS:</a:t>
            </a: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 Encargados de dar forma y diseño al sistema.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BackEnd: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chemeClr val="lt1"/>
                </a:highlight>
              </a:rPr>
              <a:t>Django:</a:t>
            </a: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 Encargado de la lógica del sistema.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Comunicación: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chemeClr val="lt1"/>
                </a:highlight>
              </a:rPr>
              <a:t>Whatsapp:</a:t>
            </a: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 Principal fuente de comunicación entre los integrantes.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CL" sz="1800">
                <a:solidFill>
                  <a:schemeClr val="dk1"/>
                </a:solidFill>
                <a:highlight>
                  <a:schemeClr val="lt1"/>
                </a:highlight>
              </a:rPr>
              <a:t>Discord/Teams:</a:t>
            </a:r>
            <a:r>
              <a:rPr lang="es-CL" sz="1800">
                <a:solidFill>
                  <a:schemeClr val="dk1"/>
                </a:solidFill>
                <a:highlight>
                  <a:schemeClr val="lt1"/>
                </a:highlight>
              </a:rPr>
              <a:t> Utilizado para las reuniones diarias.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3860300" y="4433025"/>
            <a:ext cx="9879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Trello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7035100" y="4433025"/>
            <a:ext cx="12966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GitHub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 txBox="1"/>
          <p:nvPr/>
        </p:nvSpPr>
        <p:spPr>
          <a:xfrm>
            <a:off x="1054050" y="2343325"/>
            <a:ext cx="103563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En cuanto a resultados obtenidos, aquí tenemos algunos: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Este proyecto </a:t>
            </a: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resultó</a:t>
            </a: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 en un sistema que gestiona las cámaras y permite la visualización de las mismas, tomando una </a:t>
            </a: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fotografía</a:t>
            </a: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 cuando detecta movimiento.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Permite visualizar las cámaras en tiempo real.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Contiene una barrera de seguridad mediante un registro e inicio de sesión.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Permite visualizar los registros realizados por las cámaras.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s-CL" sz="2100">
                <a:solidFill>
                  <a:schemeClr val="dk1"/>
                </a:solidFill>
                <a:highlight>
                  <a:srgbClr val="FFFFFF"/>
                </a:highlight>
              </a:rPr>
              <a:t>Interfaz intuitiva y fácil de entender.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1054050" y="2343325"/>
            <a:ext cx="103563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/>
              <a:t>Algunos de los obstáculos que se presentaron son: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 sz="2400"/>
              <a:t>Problemas al trabajar con GitHub.</a:t>
            </a:r>
            <a:endParaRPr sz="2400"/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 sz="2400"/>
              <a:t>Dificultad para </a:t>
            </a:r>
            <a:r>
              <a:rPr lang="es-CL" sz="2400"/>
              <a:t>organizarse</a:t>
            </a:r>
            <a:r>
              <a:rPr lang="es-CL" sz="2400"/>
              <a:t> con Trello.</a:t>
            </a:r>
            <a:endParaRPr sz="2400"/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 sz="2400"/>
              <a:t>Complicaciones para realizar reuniones.</a:t>
            </a:r>
            <a:endParaRPr sz="2400"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